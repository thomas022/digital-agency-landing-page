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-548640"/>
            <a:ext cx="2926080" cy="2926080"/>
          </a:xfrm>
          <a:prstGeom prst="ellipse">
            <a:avLst/>
          </a:prstGeom>
          <a:solidFill>
            <a:srgbClr val="1C3661"/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4663440"/>
            <a:ext cx="3291840" cy="329184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DIGITAL  •  ENGENHARIA DE SOFTWARE  •  DADOS &amp; IA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9418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 processos desorganizados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sistemas inteligentes.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transformação digital preparada para [Nome do Cliente]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da Consultoria]   |   Setembro 2026   |   Preparado por [Autor]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cobrir nesta apresentação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212080" cy="123444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130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A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1305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somos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5146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Nossos pilares de atuação e forma de trabalho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212080" cy="123444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130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A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1305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5146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avaliamos a maturidade digital da operação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520440"/>
            <a:ext cx="5212080" cy="123444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36850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A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6850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0690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impacto em projetos anteriores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3520440"/>
            <a:ext cx="5212080" cy="123444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36850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A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36850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sucesso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40690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exemplo real de transformação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5074920"/>
            <a:ext cx="5212080" cy="123444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5239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A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52395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562356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e prazos típicos de implementação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55080" y="5074920"/>
            <a:ext cx="5212080" cy="123444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5239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A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52395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contratação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562356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estruturamos a parceria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CONSULTORIA DIGITAL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926080"/>
            <a:ext cx="5486400" cy="548640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880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somos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Conectamos estratégia, sistemas e pessoas para modernizar a operação da sua empresa.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CONSULTORIA DIGITAL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caos manual à clareza dos resultados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155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pilares de serviço que se complementam para modernizar a operação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401568" cy="416052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240280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01752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Consultoria Digital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374904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53312" y="3657600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maturidade digital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3000" y="4407408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53312" y="4315968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transformação sob medida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" y="50657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53312" y="4974336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da implementação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98848" y="1874520"/>
            <a:ext cx="3401568" cy="416052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16" name="Shape 14"/>
          <p:cNvSpPr/>
          <p:nvPr/>
        </p:nvSpPr>
        <p:spPr>
          <a:xfrm>
            <a:off x="4818888" y="2240280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18888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818888" y="301752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 de Software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18888" y="374904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0" y="3657600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sob medida e escaláveis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18888" y="4407408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0" y="4315968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Arquiteturas de alta performance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18888" y="50657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0" y="4974336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e evolução contínua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74736" y="1874520"/>
            <a:ext cx="3401568" cy="416052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26" name="Shape 24"/>
          <p:cNvSpPr/>
          <p:nvPr/>
        </p:nvSpPr>
        <p:spPr>
          <a:xfrm>
            <a:off x="8494776" y="2240280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94776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8494776" y="301752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&amp; IA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494776" y="374904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05088" y="3657600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Copilotos de IA aplicados ao negócio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94776" y="4407408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05088" y="4315968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inteligente de processos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94776" y="50657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05088" y="4974336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otimizados para decisão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CONSULTORIA DIGITAL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 metodologia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15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entrada de dados às ações automatizadas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037969" y="1874520"/>
            <a:ext cx="8113014" cy="0"/>
          </a:xfrm>
          <a:prstGeom prst="line">
            <a:avLst/>
          </a:prstGeom>
          <a:noFill/>
          <a:ln w="25400">
            <a:solidFill>
              <a:srgbClr val="E3E8F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717929" y="1554480"/>
            <a:ext cx="640080" cy="640080"/>
          </a:xfrm>
          <a:prstGeom prst="ellipse">
            <a:avLst/>
          </a:prstGeom>
          <a:solidFill>
            <a:srgbClr val="0A1E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17929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2430018" cy="210312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606040"/>
            <a:ext cx="2064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08960"/>
            <a:ext cx="20642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E-mails, formulários e atualizações de CRM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22267" y="1554480"/>
            <a:ext cx="640080" cy="640080"/>
          </a:xfrm>
          <a:prstGeom prst="ellipse">
            <a:avLst/>
          </a:prstGeom>
          <a:solidFill>
            <a:srgbClr val="0A1E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22267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527298" y="2377440"/>
            <a:ext cx="2430018" cy="210312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10178" y="2606040"/>
            <a:ext cx="2064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automação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10178" y="3108960"/>
            <a:ext cx="20642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Direciona, valida e enriquece dados com 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26605" y="1554480"/>
            <a:ext cx="640080" cy="640080"/>
          </a:xfrm>
          <a:prstGeom prst="ellipse">
            <a:avLst/>
          </a:prstGeom>
          <a:solidFill>
            <a:srgbClr val="0A1E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26605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31636" y="2377440"/>
            <a:ext cx="2430018" cy="210312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14516" y="2606040"/>
            <a:ext cx="2064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14516" y="3108960"/>
            <a:ext cx="20642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Chamados, alertas, painéis e relatórios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30943" y="1554480"/>
            <a:ext cx="640080" cy="640080"/>
          </a:xfrm>
          <a:prstGeom prst="ellipse">
            <a:avLst/>
          </a:prstGeom>
          <a:solidFill>
            <a:srgbClr val="0A1E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30943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935974" y="2377440"/>
            <a:ext cx="2430018" cy="210312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18854" y="2606040"/>
            <a:ext cx="2064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contínua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18854" y="3108960"/>
            <a:ext cx="20642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acompanhados e ajustados ao longo do tempo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846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Projetamos uma arquitetura de automação sob medida nos primeiros 10 dias.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CONSULTORIA DIGITAL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que geramos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médios observados em projetos de automação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401568" cy="192024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28600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06324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40156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 médio de conclusão dos processos após automação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98848" y="2103120"/>
            <a:ext cx="3401568" cy="192024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73168" y="228600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1.200+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306324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horas/ano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73168" y="340156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economizadas por equipe a cada ano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74736" y="2103120"/>
            <a:ext cx="3401568" cy="192024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49056" y="228600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449056" y="306324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precisão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449056" y="340156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processos críticos com apoio de IA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50799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4389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semanas — prazo típico do primeiro processo em operação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96519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" y="4846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sistemas — integrados entre CRM, finanças, produto e operações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542239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53035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de adesão — das equipes aos novos processos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CONSULTORIA DIGITAL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de sucesso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[Setor do cliente] — [Nome do projeto]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583680" cy="393192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011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[Empresa em expansão]  •  [Presença / porte da operação]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688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aqui o desafio do cliente e a solução implementada pela consultoria, em 2 a 3 frases objetivas que expliquem o contexto e a abordagem adotada.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3886200"/>
            <a:ext cx="603504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114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“Insira aqui uma citação curta do cliente sobre o impacto do projeto.”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892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[Nome], [Cargo, Empresa]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26680" y="1828800"/>
            <a:ext cx="3639312" cy="1170432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09560" y="21579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+35% conversão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26680" y="3200400"/>
            <a:ext cx="3639312" cy="1170432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09560" y="35295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-40% abandono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26680" y="4572000"/>
            <a:ext cx="3639312" cy="1170432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09560" y="49011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+50% ticket médio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CONSULTORIA DIGITAL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de implementação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15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em semanas, não em trimestres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140839" y="2450592"/>
            <a:ext cx="7907274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0255" y="2350008"/>
            <a:ext cx="201168" cy="201168"/>
          </a:xfrm>
          <a:prstGeom prst="ellipse">
            <a:avLst/>
          </a:prstGeom>
          <a:solidFill>
            <a:srgbClr val="0A1E3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24528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99232"/>
            <a:ext cx="24528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474720"/>
            <a:ext cx="21785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processos, ferramentas e dados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76013" y="2350008"/>
            <a:ext cx="201168" cy="201168"/>
          </a:xfrm>
          <a:prstGeom prst="ellipse">
            <a:avLst/>
          </a:prstGeom>
          <a:solidFill>
            <a:srgbClr val="0A1E3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50158" y="2651760"/>
            <a:ext cx="24528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3–4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50158" y="2999232"/>
            <a:ext cx="24528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Desenho da solução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87318" y="3474720"/>
            <a:ext cx="21785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automação e definição de indicadores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1771" y="2350008"/>
            <a:ext cx="201168" cy="201168"/>
          </a:xfrm>
          <a:prstGeom prst="ellipse">
            <a:avLst/>
          </a:prstGeom>
          <a:solidFill>
            <a:srgbClr val="0A1E3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85916" y="2651760"/>
            <a:ext cx="24528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5–6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85916" y="2999232"/>
            <a:ext cx="24528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23076" y="3474720"/>
            <a:ext cx="21785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Integrações, testes de qualidade e lançamento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947529" y="2350008"/>
            <a:ext cx="201168" cy="201168"/>
          </a:xfrm>
          <a:prstGeom prst="ellipse">
            <a:avLst/>
          </a:prstGeom>
          <a:solidFill>
            <a:srgbClr val="0A1E3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21674" y="2651760"/>
            <a:ext cx="24528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21674" y="2999232"/>
            <a:ext cx="24528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Otimização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958834" y="3474720"/>
            <a:ext cx="21785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Acompanhamento, treinamento e novos processos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CONSULTORIA DIGITAL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contratação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155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uma etapa focada e avance conforme fizer sentido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401568" cy="4206240"/>
          </a:xfrm>
          <a:prstGeom prst="rect">
            <a:avLst/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05740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5000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de Maturidade Digital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309981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30175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dos processos atuais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3666744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98448" y="3584448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ferramentas e dados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97280" y="4233672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98448" y="415137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implementação priorizado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98848" y="1783080"/>
            <a:ext cx="3401568" cy="420624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15" name="Shape 13"/>
          <p:cNvSpPr/>
          <p:nvPr/>
        </p:nvSpPr>
        <p:spPr>
          <a:xfrm>
            <a:off x="4498848" y="1783080"/>
            <a:ext cx="3401568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98848" y="178308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PROCURADO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237744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DIGITAL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773168" y="26700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73168" y="341985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74336" y="333756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3 processos prioritários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73168" y="3986784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74336" y="3904488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e testes de qualidade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73168" y="4553712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74336" y="447141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 documentação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74736" y="1783080"/>
            <a:ext cx="3401568" cy="4206240"/>
          </a:xfrm>
          <a:prstGeom prst="rect">
            <a:avLst/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49056" y="205740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EQUIPES EM CRESCIMENTO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449056" y="235000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Parceria Digital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449056" y="309981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50224" y="30175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contínua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49056" y="3666744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50224" y="3584448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trimestral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49056" y="4233672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50224" y="415137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dedicado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CONSULTORIA DIGITAL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2860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seis semanas, nossas equipes de vendas e sucesso do cliente passaram a trabalhar com a mesma visão. A automação parece invisível: tudo acontece na hora certa.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88720" y="4343400"/>
            <a:ext cx="82296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Leah Ortiz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864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Vice-presidente de Receita, [Empresa]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CONSULTORIA DIGITAL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conversar?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qual processo você quer melhorar primeiro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400800" cy="379476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368296"/>
            <a:ext cx="91440" cy="9144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2240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pressão comercial: apenas uma avaliação honesta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962656"/>
            <a:ext cx="91440" cy="9144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25880" y="2834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assinar um NDA antes de dados sensíveis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557016"/>
            <a:ext cx="91440" cy="9144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3429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compatíveis com América do Sul, EUA e 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4160520"/>
            <a:ext cx="58521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389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[nome@empresa.com.br]   |   [+55 11 0000-0000]   |   [empresa.com.br]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43800" y="1965960"/>
            <a:ext cx="3822192" cy="379476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18120" y="2286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 para começar?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9260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 uma conversa inicial de 30 minutos, sem custo, para mapear seu primeiro processo.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18120" y="4846320"/>
            <a:ext cx="3246120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18120" y="4846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CONVERSA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CONSULTORIA DIGITAL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657600" cy="365760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Inteligentes. Novas possibilidades.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da Consultoria]  |  [empresa.com.br]  |  [@empresa]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2026-09-23T07:26:03Z</dcterms:created>
  <dcterms:modified xsi:type="dcterms:W3CDTF">2026-09-23T07:26:03Z</dcterms:modified>
</cp:coreProperties>
</file>